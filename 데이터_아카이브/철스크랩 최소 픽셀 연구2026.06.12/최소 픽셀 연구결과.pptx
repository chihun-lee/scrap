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5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FC56CB-08EA-414B-8D57-F30A4E5EF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97F3F81-8AC3-4255-B213-BF7B0D5C77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672C5F-4B5B-4B1E-8D82-B28FE32E3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AC782-CAAC-4AB3-B61A-FF2E46551DEA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11C85E-70B5-4EB6-A17E-0D1A9FDCF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3971ED-D1E1-4E20-9BFD-02ECE6A3F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421B7-6E9D-48E5-9665-60AB931251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8357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4EABC3-BD24-4F56-A147-E80ACCEB3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9F3141-4A2B-43AD-9153-6E7147493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1C73C0-9B02-4738-A2F4-F054B7AD9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AC782-CAAC-4AB3-B61A-FF2E46551DEA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074CD1-9FAA-4AF9-B368-2551F3F57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AF6FB2-7CA9-4772-80BB-6B5F834E6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421B7-6E9D-48E5-9665-60AB931251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454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1294D9-51AD-4CFB-8671-9409AC785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733FAE-BBA1-400D-A7B5-D9583000C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37D83C-7342-4454-B417-5F1A136B6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AC782-CAAC-4AB3-B61A-FF2E46551DEA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ED41B8-E48C-4E35-9B80-BEFDD5B82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FD5117-9527-4BCF-B4C9-BEA49947A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421B7-6E9D-48E5-9665-60AB931251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1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83F0C9-4BB4-41D6-8FBD-606CFF641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C18C19-350C-4182-8BF6-EB7CE5B1EB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6D9F6A1-ED30-420B-80E4-D4A8B11E76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5C8376-0B9E-40EE-9CFD-C7EE36B13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AC782-CAAC-4AB3-B61A-FF2E46551DEA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BD2631-72B3-49BD-847A-8718BA45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90BC40-7164-432E-B479-F63FE5AAF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421B7-6E9D-48E5-9665-60AB931251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4525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30C2B9-CAB9-4C0F-B9B8-16F0AE66A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F0BD9C-D1D0-4D8F-A107-DF9969518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72E5AA-D219-45CA-97C5-C70A7F930A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D769DF9-6E2A-4883-9550-D3D4047C68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58B20B7-CA1A-40DF-BB20-D3AE56991A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7507D3C-1EFB-4392-B749-6D4E3A3DE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AC782-CAAC-4AB3-B61A-FF2E46551DEA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052C349-A726-4476-BC09-031CE327F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C70FD-95D5-4B79-B8D9-72AA0D585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421B7-6E9D-48E5-9665-60AB931251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111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7615F-F47D-4D7A-AE60-10525B27C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E32C22D-8D5E-4FC4-84AF-DDC3E9303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AC782-CAAC-4AB3-B61A-FF2E46551DEA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7AFEBE7-8837-4EA5-9453-7191736E9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A1F83C-CF67-4DC7-B490-249112AF9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421B7-6E9D-48E5-9665-60AB931251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443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1CDDD73-28AF-47E2-B58E-C5E65315B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AC782-CAAC-4AB3-B61A-FF2E46551DEA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2CB93A1-01F6-436B-A8E4-4F81BD29E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C9B96A-D2B1-4BAC-AC3E-75E13452D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421B7-6E9D-48E5-9665-60AB931251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467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015416-80EE-4117-8E75-94FB31DC2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136EFF-AEAB-4C4A-9A33-389B5B9C3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A11890-3D7A-4D26-941A-F6BE49DAA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30FB05-AA04-45AC-B177-366013E1A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AC782-CAAC-4AB3-B61A-FF2E46551DEA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8B7A39-F9C7-4ADD-B0FB-992265E61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473D24-084D-4DF8-9232-963C77F7E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421B7-6E9D-48E5-9665-60AB931251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80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D3143A-354D-4F8E-9691-0D5B6DD46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8BC491C-BE1F-49CA-B24C-03559C5DA7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1E5BDA-0060-4996-95BB-CC9C9F5F0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D59069-45DF-4118-B93C-216541B40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AC782-CAAC-4AB3-B61A-FF2E46551DEA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CBE10F-66A8-4CB7-AFCD-ED0F9A690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1150E2-56A7-4676-A048-DEC3FEC84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421B7-6E9D-48E5-9665-60AB931251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6724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1E5F51-263F-4404-8BA4-84B0AF822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4715D7B-3001-4781-B70C-79E52A9FA5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1D126F-A8B1-4B5E-85C9-D48545F48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AC782-CAAC-4AB3-B61A-FF2E46551DEA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E50389-83A0-42D7-A825-73C3B2017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A97FE8-9DD4-46AB-8AC8-8E95B7CB9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421B7-6E9D-48E5-9665-60AB931251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036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1A0939B-D286-450B-9A2E-7E16909605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C11FCE8-F6CF-4432-9C28-C9812EA10C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981AA4-1ED9-4DBE-9199-348856E81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AC782-CAAC-4AB3-B61A-FF2E46551DEA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2CFA44-76B6-489F-A924-81A5CAC80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3EE733-8253-498F-93BD-606C5639F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421B7-6E9D-48E5-9665-60AB931251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2288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4F3EF99-43E9-47A4-8895-2001D072B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CB9057-A72F-4E71-A5C2-792EB74DA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3DFC9D-66A8-42EE-B6CE-E1F4487437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7AC782-CAAC-4AB3-B61A-FF2E46551DEA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DC14BD-800D-47F6-AA34-4F3BD619A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AEAB7B-AFDB-4BAB-9159-065845DF3E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421B7-6E9D-48E5-9665-60AB931251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9459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11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7D459694-1D2F-49C0-8330-FF08F05D4A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71" y="1786119"/>
            <a:ext cx="1949846" cy="204013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11F633E-03C9-48B8-BAB5-38200D2F7B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1284" y="1786115"/>
            <a:ext cx="1949841" cy="204013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0776E27F-4C8F-422A-828F-74DE62F96A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5794" y="3826247"/>
            <a:ext cx="1949847" cy="2307212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356415EB-5908-4AE7-9B62-1AF2A2E81D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5194" y="1786114"/>
            <a:ext cx="1949841" cy="2040132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330AB3AC-8D93-4FCC-A091-A043C20820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316" y="3826256"/>
            <a:ext cx="1949846" cy="2307211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484398F8-84F0-4CE0-B04F-B0FAAD3E43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70" y="3826256"/>
            <a:ext cx="1949846" cy="2307211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CAC9A2A8-42B0-435B-8384-301AF4F952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709" y="3826240"/>
            <a:ext cx="1949847" cy="2307212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56C19127-D33E-4BDC-9E17-1374CDFEC56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2672" y="1786114"/>
            <a:ext cx="1949835" cy="204012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9AAD1E9-1CD0-48D5-A1B3-67FAD173E903}"/>
              </a:ext>
            </a:extLst>
          </p:cNvPr>
          <p:cNvSpPr txBox="1"/>
          <p:nvPr/>
        </p:nvSpPr>
        <p:spPr>
          <a:xfrm>
            <a:off x="958105" y="1326677"/>
            <a:ext cx="530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GT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B36EF0-CA82-49C1-BA16-A512C6406C3D}"/>
              </a:ext>
            </a:extLst>
          </p:cNvPr>
          <p:cNvSpPr txBox="1"/>
          <p:nvPr/>
        </p:nvSpPr>
        <p:spPr>
          <a:xfrm>
            <a:off x="2794511" y="1320955"/>
            <a:ext cx="757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16px</a:t>
            </a:r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E69B46C-CA70-4228-81B2-BA0FBC23307A}"/>
              </a:ext>
            </a:extLst>
          </p:cNvPr>
          <p:cNvSpPr txBox="1"/>
          <p:nvPr/>
        </p:nvSpPr>
        <p:spPr>
          <a:xfrm>
            <a:off x="4738648" y="1326677"/>
            <a:ext cx="757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14px</a:t>
            </a:r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D0A211-72E4-4647-AB45-7F8473BD56EE}"/>
              </a:ext>
            </a:extLst>
          </p:cNvPr>
          <p:cNvSpPr txBox="1"/>
          <p:nvPr/>
        </p:nvSpPr>
        <p:spPr>
          <a:xfrm>
            <a:off x="6675904" y="1320955"/>
            <a:ext cx="757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13px</a:t>
            </a:r>
            <a:endParaRPr lang="ko-KR" altLang="en-US" dirty="0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EB1038B3-9F45-4DE2-B73D-94C1DDE92BB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118" y="3826233"/>
            <a:ext cx="1953016" cy="2307212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B271FAD1-8000-4CFD-981C-8A72A5E4D13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9550" y="1786114"/>
            <a:ext cx="1949829" cy="2040119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C0A8CC9F-6655-4773-AE0B-D6F23B17F57B}"/>
              </a:ext>
            </a:extLst>
          </p:cNvPr>
          <p:cNvSpPr txBox="1"/>
          <p:nvPr/>
        </p:nvSpPr>
        <p:spPr>
          <a:xfrm>
            <a:off x="8620898" y="1320955"/>
            <a:ext cx="757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12px</a:t>
            </a:r>
            <a:endParaRPr lang="ko-KR" altLang="en-US" dirty="0"/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7661C442-0D7E-4CFF-B8E2-5D54B798B65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596" y="3826226"/>
            <a:ext cx="1946359" cy="230721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8F7AC7BE-25CF-4DCD-A665-33C0230359F6}"/>
              </a:ext>
            </a:extLst>
          </p:cNvPr>
          <p:cNvSpPr txBox="1"/>
          <p:nvPr/>
        </p:nvSpPr>
        <p:spPr>
          <a:xfrm>
            <a:off x="609600" y="557199"/>
            <a:ext cx="4886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학습 시</a:t>
            </a:r>
            <a:r>
              <a:rPr lang="en-US" altLang="ko-KR" dirty="0"/>
              <a:t>, </a:t>
            </a:r>
            <a:r>
              <a:rPr lang="ko-KR" altLang="en-US" dirty="0"/>
              <a:t>리사이즈 </a:t>
            </a:r>
            <a:r>
              <a:rPr lang="en-US" altLang="ko-KR" dirty="0"/>
              <a:t>1024 </a:t>
            </a:r>
            <a:r>
              <a:rPr lang="ko-KR" altLang="en-US" dirty="0"/>
              <a:t>기준 </a:t>
            </a:r>
            <a:r>
              <a:rPr lang="en-US" altLang="ko-KR" dirty="0"/>
              <a:t>n px</a:t>
            </a:r>
            <a:r>
              <a:rPr lang="ko-KR" altLang="en-US" dirty="0"/>
              <a:t> 이하 제거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044310B-7839-452F-874C-5CC71F032BBA}"/>
              </a:ext>
            </a:extLst>
          </p:cNvPr>
          <p:cNvSpPr txBox="1"/>
          <p:nvPr/>
        </p:nvSpPr>
        <p:spPr>
          <a:xfrm>
            <a:off x="10566394" y="1320955"/>
            <a:ext cx="757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10px</a:t>
            </a:r>
            <a:endParaRPr lang="ko-KR" altLang="en-US" dirty="0"/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C2E3450F-291C-44CA-B014-4CF22B68337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6134" y="1786106"/>
            <a:ext cx="1949822" cy="204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256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16</Words>
  <Application>Microsoft Office PowerPoint</Application>
  <PresentationFormat>와이드스크린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준희</dc:creator>
  <cp:lastModifiedBy>준희</cp:lastModifiedBy>
  <cp:revision>4</cp:revision>
  <dcterms:created xsi:type="dcterms:W3CDTF">2026-06-12T08:32:46Z</dcterms:created>
  <dcterms:modified xsi:type="dcterms:W3CDTF">2026-06-12T08:57:24Z</dcterms:modified>
</cp:coreProperties>
</file>