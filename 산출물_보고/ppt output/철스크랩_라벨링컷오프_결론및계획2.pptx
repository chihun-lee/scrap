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726F6-279B-B04A-AA9C-3AB727E0A341}" type="datetimeFigureOut">
              <a:rPr kumimoji="1" lang="ko-KR" altLang="en-US" smtClean="0"/>
              <a:t>2026. 7. 26.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FE53-76EB-8C41-8BD8-D151802FB4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7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FE53-76EB-8C41-8BD8-D151802FB46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22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· 선택지 분석 · 향후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28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6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이치헌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789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— 30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· </a:t>
            </a:r>
            <a:r>
              <a:rPr lang="ko-KR" altLang="en-US"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라벨링축소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46.5%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— 24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lang="ko-KR" altLang="en-US"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추후 코드로 필터</a:t>
            </a:r>
            <a:endParaRPr sz="1500" b="1" dirty="0">
              <a:solidFill>
                <a:srgbClr val="D9EFC5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확정안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보수안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성능·공수 기준 확정안 = 30 px 생략 · 재라벨링 리스크 회피가 필요하면 보수안 = 24 px 라벨+30 px 코드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877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원본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30×30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· 7/24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회신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필요 인스턴스 수 기존 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46.5%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mask mAP50 0.4766(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−1.06%p)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생략분은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개수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53.5%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6.7%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px까지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그리고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,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기준으로 코드상에서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필터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링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 필요 인스턴스 수 기존대비 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54.2%(+7.7%p·38,543개)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but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가역성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확보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상향·tile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추론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도입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해제만으로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24~30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활용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 파이프 유형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제거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rebar AP50 −40%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40270"/>
              </p:ext>
            </p:extLst>
          </p:nvPr>
        </p:nvGraphicFramePr>
        <p:xfrm>
          <a:off x="508000" y="4089400"/>
          <a:ext cx="11176000" cy="98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선택지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확정안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미만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(−1.06%p)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·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보수안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24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(학습 동일)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재조정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선택지 A·B 정량 비교 — 공수·성능·가역성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 데이터는 두 안 모두 30 px 필터로 동일 — 차이는 라벨 원본의 하한(30 vs 24 px)과 가역성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5644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</a:t>
                      </a: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(24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그대로 (30 px 컷)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코드 필터로 30 px 컷 — A와 동일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 (+7.7%p · 38,543개)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성능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0.4766 (−1.06%p)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동일 0.4766 · 필터 해제 시 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24~30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소급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활용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실험 기반 </a:t>
            </a:r>
            <a:r>
              <a:rPr lang="ko-KR" altLang="en-US"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비용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vs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정확도 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385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24~30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instance 38,543개 (+7.7%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곡선상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px는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동등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endParaRPr lang="ko-KR" altLang="en-US"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편익 축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입력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1600/1920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에서 소형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·</a:t>
            </a:r>
            <a:r>
              <a:rPr lang="ko-KR" altLang="en-US"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검출이 회복되면 </a:t>
            </a:r>
            <a:r>
              <a:rPr lang="en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 라벨이 즉시 자산화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1280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77%가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얼마나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줄어드는지가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exp3의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관전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포인트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09" y="2966273"/>
            <a:ext cx="6324402" cy="3309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재학습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공통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이전 검증 기준은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픽셀수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제한에 따라서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cutoff↑=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mAP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↑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착시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85217"/>
              </p:ext>
            </p:extLst>
          </p:nvPr>
        </p:nvGraphicFramePr>
        <p:xfrm>
          <a:off x="508000" y="1371600"/>
          <a:ext cx="11176000" cy="188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val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보수안 하한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확정안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999" y="3898900"/>
            <a:ext cx="6058053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val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0.487→0.744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상승은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평가셋이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함께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쉬워진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효과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이전메일 결과 무시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재평가하면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0.487→0.430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전체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개수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53.5%)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성능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기여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신호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포함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</a:t>
            </a:r>
          </a:p>
        </p:txBody>
      </p:sp>
      <p:pic>
        <p:nvPicPr>
          <p:cNvPr id="15" name="Picture 14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204" y="3576624"/>
            <a:ext cx="4627085" cy="266542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크기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구간별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형상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97%+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41283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501,377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instance를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생성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경로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(stride 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downsample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그대로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학습때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폴리곤이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어떻게 들어가는지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구간별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생존·복원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IoU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측정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4562"/>
            <a:ext cx="6350000" cy="35140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3185" y="1520825"/>
            <a:ext cx="4863335" cy="1922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소실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생존율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55~92%)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라벨링해도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물리적으로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불가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18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과반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IoU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&lt;0.5 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24~30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92.7%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 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이상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97%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이상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)·24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의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3504049"/>
            <a:ext cx="3750539" cy="25587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얇은 파이프류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예외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유지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rebar AP50 −40%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방지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예외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제거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+0.35%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클래스에 대해선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0.1055→0.0634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급락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·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파이프류는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base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모델도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대부분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485260"/>
            <a:ext cx="11176000" cy="105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3종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비교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현행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rebar·small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pipe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보존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가능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6 </a:t>
            </a:r>
            <a:r>
              <a:rPr lang="en"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추가도 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rebar −23%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—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미달은 제거 대신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작업 우선순위 최하위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로 처리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실증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무필터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학습 모델도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trash 82%·rebar 77%·small pipe 72%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background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로 누락</a:t>
            </a:r>
            <a:endParaRPr lang="en"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4" y="2872642"/>
            <a:ext cx="5472766" cy="2977510"/>
          </a:xfrm>
          <a:prstGeom prst="rect">
            <a:avLst/>
          </a:prstGeom>
        </p:spPr>
      </p:pic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641" y="2872642"/>
            <a:ext cx="4380359" cy="313054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비교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① rebar — cut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상향시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가는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선형부터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미검출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장면에 GT와 4개 학습 조건 예측을 동일 규격 렌더 · 검출 수 277→256→218→200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1286427"/>
            <a:ext cx="10326171" cy="45873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000" y="5994400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1500×1000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마스크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양상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② small pipe — 얽힌 다발 내부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GT는 가닥 단위 개별 라벨 · 예측은 가장자리·분리 개체 위주 — 검출 수 277→275→220→213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smallpipe_429_11-06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301750"/>
            <a:ext cx="10605162" cy="4711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135" y="6013013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small pipe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변화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</a:t>
            </a:r>
            <a:r>
              <a:rPr lang="en-US" altLang="ko-KR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3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향후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3순위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8/4, 4순위 8/21·9/4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선택지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A/B 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확정 필요 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05488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균형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2~3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조합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학습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클래스×크기 구간 recall — 클래스별 최소 크기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차등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최종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PQ·Count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분모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('30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') · 1순위 Point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가이드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수신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37FF11-7CA6-BE5E-E93A-91076C53EAFC}"/>
              </a:ext>
            </a:extLst>
          </p:cNvPr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DE073-BDBD-78DA-8E55-99CE37E71CCD}"/>
              </a:ext>
            </a:extLst>
          </p:cNvPr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PLAN · </a:t>
            </a:r>
            <a:r>
              <a:rPr lang="ko-KR" altLang="en-US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추가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실행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1F926-1781-BE2E-7693-6E67168837A9}"/>
              </a:ext>
            </a:extLst>
          </p:cNvPr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무필터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정확도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개선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(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추가실험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)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실행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A1BE71-0240-A437-7FA2-1F59D2C6A64F}"/>
              </a:ext>
            </a:extLst>
          </p:cNvPr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011220-0BD3-C118-6B91-BAE435EC6DF7}"/>
              </a:ext>
            </a:extLst>
          </p:cNvPr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746DC-15F7-BFEC-A50B-0CF44FA45E46}"/>
              </a:ext>
            </a:extLst>
          </p:cNvPr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4단계 · GPU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배정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기간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7709B-D4ED-6D0C-1B97-1DC9DAEE28C3}"/>
              </a:ext>
            </a:extLst>
          </p:cNvPr>
          <p:cNvSpPr txBox="1"/>
          <p:nvPr/>
        </p:nvSpPr>
        <p:spPr>
          <a:xfrm>
            <a:off x="635000" y="1104900"/>
            <a:ext cx="11049000" cy="247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lnSpc>
                <a:spcPct val="140000"/>
              </a:lnSpc>
              <a:buClr>
                <a:srgbClr val="333333"/>
              </a:buClr>
              <a:buSzPct val="100000"/>
              <a:buFont typeface="Paperlogy"/>
              <a:buChar char="•"/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기존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Yolo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모델 고정으로만 현재 테스트 진행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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자체적인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GT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무필터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조건에서도 정확도가 한계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(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다른백본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,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하이퍼퍼라미터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 </a:t>
            </a:r>
            <a:r>
              <a:rPr lang="ko-KR" altLang="en-US" sz="130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재설정고려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  <a:sym typeface="Wingdings" pitchFamily="2" charset="2"/>
              </a:rPr>
              <a:t>)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473DC9CB-AEA0-A71E-74D5-F4D52E0DAD42}"/>
              </a:ext>
            </a:extLst>
          </p:cNvPr>
          <p:cNvSpPr/>
          <p:nvPr/>
        </p:nvSpPr>
        <p:spPr>
          <a:xfrm>
            <a:off x="508000" y="15494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0" name="Table 11">
            <a:extLst>
              <a:ext uri="{FF2B5EF4-FFF2-40B4-BE49-F238E27FC236}">
                <a16:creationId xmlns:a16="http://schemas.microsoft.com/office/drawing/2014/main" id="{33A15958-33AA-5338-FE03-3C039EF7A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14709"/>
              </p:ext>
            </p:extLst>
          </p:nvPr>
        </p:nvGraphicFramePr>
        <p:xfrm>
          <a:off x="508000" y="1765300"/>
          <a:ext cx="11176000" cy="190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단계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GPU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개선 실험 8종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새 기준선 확립 + 증강·라벨 정제·타일·고해상 동시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2~4일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7/28 (월)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P2 헤드 추가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마스크 해상도 2배 — 아키텍처 조사 1위, 준비 완료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</a:t>
                      </a:r>
                      <a:r>
                        <a:rPr lang="en-US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00 ×1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3~5일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GPU 비는 즉시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EoMT-L 파일럿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파운데이션 백본 교체 — 조사 2위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" altLang="ko-KR"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A100 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7~10일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④ EVA-02-L 파일럿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개수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제한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없는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2단계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조사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2위 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A6000 ×8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5~8일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8월 1~2주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37E05F-059A-A48A-5892-26A119B3F6FB}"/>
              </a:ext>
            </a:extLst>
          </p:cNvPr>
          <p:cNvSpPr txBox="1"/>
          <p:nvPr/>
        </p:nvSpPr>
        <p:spPr>
          <a:xfrm>
            <a:off x="508000" y="4064000"/>
            <a:ext cx="11176000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기존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Yolo 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모델과 성능비교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핵심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지표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= mask mAP50 ·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취약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클래스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철근·소형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파이프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일정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약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3주 — 8월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중순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종합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판정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최종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방식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P2·EoMT·EVA-02는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(+1%p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종료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후에 해당 모델로 추가 실험 진행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7690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1333</Words>
  <Application>Microsoft Macintosh PowerPoint</Application>
  <PresentationFormat>와이드스크린</PresentationFormat>
  <Paragraphs>181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Paperlogy</vt:lpstr>
      <vt:lpstr>Paperlogy 4 Regular</vt:lpstr>
      <vt:lpstr>Paperlogy 6 SemiBold</vt:lpstr>
      <vt:lpstr>Paperlogy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성명륜(기계공학과)</cp:lastModifiedBy>
  <cp:revision>4</cp:revision>
  <dcterms:created xsi:type="dcterms:W3CDTF">2013-01-27T09:14:16Z</dcterms:created>
  <dcterms:modified xsi:type="dcterms:W3CDTF">2026-07-27T09:46:06Z</dcterms:modified>
  <cp:category/>
</cp:coreProperties>
</file>